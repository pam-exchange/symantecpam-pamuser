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50015" saveSubsetFonts="1">
  <p:sldMasterIdLst>
    <p:sldMasterId id="2147483732" r:id="rId1"/>
  </p:sldMasterIdLst>
  <p:sldIdLst>
    <p:sldId id="256" r:id="rId2"/>
    <p:sldId id="257" r:id="rId3"/>
  </p:sldIdLst>
  <p:sldSz cx="7199313" cy="3959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7" d="100"/>
          <a:sy n="167" d="100"/>
        </p:scale>
        <p:origin x="150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9914" y="647957"/>
            <a:ext cx="5399485" cy="1378397"/>
          </a:xfrm>
        </p:spPr>
        <p:txBody>
          <a:bodyPr anchor="b"/>
          <a:lstStyle>
            <a:lvl1pPr algn="ctr">
              <a:defRPr sz="3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2079510"/>
            <a:ext cx="5399485" cy="955896"/>
          </a:xfrm>
        </p:spPr>
        <p:txBody>
          <a:bodyPr/>
          <a:lstStyle>
            <a:lvl1pPr marL="0" indent="0" algn="ctr">
              <a:buNone/>
              <a:defRPr sz="1386"/>
            </a:lvl1pPr>
            <a:lvl2pPr marL="263942" indent="0" algn="ctr">
              <a:buNone/>
              <a:defRPr sz="1155"/>
            </a:lvl2pPr>
            <a:lvl3pPr marL="527883" indent="0" algn="ctr">
              <a:buNone/>
              <a:defRPr sz="1039"/>
            </a:lvl3pPr>
            <a:lvl4pPr marL="791825" indent="0" algn="ctr">
              <a:buNone/>
              <a:defRPr sz="924"/>
            </a:lvl4pPr>
            <a:lvl5pPr marL="1055766" indent="0" algn="ctr">
              <a:buNone/>
              <a:defRPr sz="924"/>
            </a:lvl5pPr>
            <a:lvl6pPr marL="1319708" indent="0" algn="ctr">
              <a:buNone/>
              <a:defRPr sz="924"/>
            </a:lvl6pPr>
            <a:lvl7pPr marL="1583649" indent="0" algn="ctr">
              <a:buNone/>
              <a:defRPr sz="924"/>
            </a:lvl7pPr>
            <a:lvl8pPr marL="1847591" indent="0" algn="ctr">
              <a:buNone/>
              <a:defRPr sz="924"/>
            </a:lvl8pPr>
            <a:lvl9pPr marL="2111532" indent="0" algn="ctr">
              <a:buNone/>
              <a:defRPr sz="9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4DDC4-F253-437D-8628-AF0896BE6F4E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4B7C-D789-432F-9124-299EA084F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072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4DDC4-F253-437D-8628-AF0896BE6F4E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4B7C-D789-432F-9124-299EA084F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2157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3" y="987058"/>
            <a:ext cx="6209407" cy="1646927"/>
          </a:xfrm>
        </p:spPr>
        <p:txBody>
          <a:bodyPr anchor="b"/>
          <a:lstStyle>
            <a:lvl1pPr>
              <a:defRPr sz="3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3" y="2649565"/>
            <a:ext cx="6209407" cy="866080"/>
          </a:xfrm>
        </p:spPr>
        <p:txBody>
          <a:bodyPr/>
          <a:lstStyle>
            <a:lvl1pPr marL="0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1pPr>
            <a:lvl2pPr marL="263942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2pPr>
            <a:lvl3pPr marL="527883" indent="0">
              <a:buNone/>
              <a:defRPr sz="1039">
                <a:solidFill>
                  <a:schemeClr val="tx1">
                    <a:tint val="75000"/>
                  </a:schemeClr>
                </a:solidFill>
              </a:defRPr>
            </a:lvl3pPr>
            <a:lvl4pPr marL="791825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4pPr>
            <a:lvl5pPr marL="1055766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5pPr>
            <a:lvl6pPr marL="1319708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6pPr>
            <a:lvl7pPr marL="1583649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7pPr>
            <a:lvl8pPr marL="1847591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8pPr>
            <a:lvl9pPr marL="2111532" indent="0">
              <a:buNone/>
              <a:defRPr sz="92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4DDC4-F253-437D-8628-AF0896BE6F4E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4B7C-D789-432F-9124-299EA084F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879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053960"/>
            <a:ext cx="3059708" cy="25120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053960"/>
            <a:ext cx="3059708" cy="25120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4DDC4-F253-437D-8628-AF0896BE6F4E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4B7C-D789-432F-9124-299EA084F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463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10792"/>
            <a:ext cx="6209407" cy="765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970560"/>
            <a:ext cx="3045647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446217"/>
            <a:ext cx="3045647" cy="2127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970560"/>
            <a:ext cx="3060646" cy="475657"/>
          </a:xfrm>
        </p:spPr>
        <p:txBody>
          <a:bodyPr anchor="b"/>
          <a:lstStyle>
            <a:lvl1pPr marL="0" indent="0">
              <a:buNone/>
              <a:defRPr sz="1386" b="1"/>
            </a:lvl1pPr>
            <a:lvl2pPr marL="263942" indent="0">
              <a:buNone/>
              <a:defRPr sz="1155" b="1"/>
            </a:lvl2pPr>
            <a:lvl3pPr marL="527883" indent="0">
              <a:buNone/>
              <a:defRPr sz="1039" b="1"/>
            </a:lvl3pPr>
            <a:lvl4pPr marL="791825" indent="0">
              <a:buNone/>
              <a:defRPr sz="924" b="1"/>
            </a:lvl4pPr>
            <a:lvl5pPr marL="1055766" indent="0">
              <a:buNone/>
              <a:defRPr sz="924" b="1"/>
            </a:lvl5pPr>
            <a:lvl6pPr marL="1319708" indent="0">
              <a:buNone/>
              <a:defRPr sz="924" b="1"/>
            </a:lvl6pPr>
            <a:lvl7pPr marL="1583649" indent="0">
              <a:buNone/>
              <a:defRPr sz="924" b="1"/>
            </a:lvl7pPr>
            <a:lvl8pPr marL="1847591" indent="0">
              <a:buNone/>
              <a:defRPr sz="924" b="1"/>
            </a:lvl8pPr>
            <a:lvl9pPr marL="2111532" indent="0">
              <a:buNone/>
              <a:defRPr sz="9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446217"/>
            <a:ext cx="3060646" cy="21271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4DDC4-F253-437D-8628-AF0896BE6F4E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4B7C-D789-432F-9124-299EA084F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813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4DDC4-F253-437D-8628-AF0896BE6F4E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4B7C-D789-432F-9124-299EA084F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3394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4DDC4-F253-437D-8628-AF0896BE6F4E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4B7C-D789-432F-9124-299EA084F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0963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63948"/>
            <a:ext cx="2321966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570055"/>
            <a:ext cx="3644652" cy="2813616"/>
          </a:xfrm>
        </p:spPr>
        <p:txBody>
          <a:bodyPr/>
          <a:lstStyle>
            <a:lvl1pPr>
              <a:defRPr sz="1847"/>
            </a:lvl1pPr>
            <a:lvl2pPr>
              <a:defRPr sz="1616"/>
            </a:lvl2pPr>
            <a:lvl3pPr>
              <a:defRPr sz="1386"/>
            </a:lvl3pPr>
            <a:lvl4pPr>
              <a:defRPr sz="1155"/>
            </a:lvl4pPr>
            <a:lvl5pPr>
              <a:defRPr sz="1155"/>
            </a:lvl5pPr>
            <a:lvl6pPr>
              <a:defRPr sz="1155"/>
            </a:lvl6pPr>
            <a:lvl7pPr>
              <a:defRPr sz="1155"/>
            </a:lvl7pPr>
            <a:lvl8pPr>
              <a:defRPr sz="1155"/>
            </a:lvl8pPr>
            <a:lvl9pPr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1187768"/>
            <a:ext cx="2321966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4DDC4-F253-437D-8628-AF0896BE6F4E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4B7C-D789-432F-9124-299EA084F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4203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63948"/>
            <a:ext cx="2321966" cy="923819"/>
          </a:xfrm>
        </p:spPr>
        <p:txBody>
          <a:bodyPr anchor="b"/>
          <a:lstStyle>
            <a:lvl1pPr>
              <a:defRPr sz="18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570055"/>
            <a:ext cx="3644652" cy="2813616"/>
          </a:xfrm>
        </p:spPr>
        <p:txBody>
          <a:bodyPr anchor="t"/>
          <a:lstStyle>
            <a:lvl1pPr marL="0" indent="0">
              <a:buNone/>
              <a:defRPr sz="1847"/>
            </a:lvl1pPr>
            <a:lvl2pPr marL="263942" indent="0">
              <a:buNone/>
              <a:defRPr sz="1616"/>
            </a:lvl2pPr>
            <a:lvl3pPr marL="527883" indent="0">
              <a:buNone/>
              <a:defRPr sz="1386"/>
            </a:lvl3pPr>
            <a:lvl4pPr marL="791825" indent="0">
              <a:buNone/>
              <a:defRPr sz="1155"/>
            </a:lvl4pPr>
            <a:lvl5pPr marL="1055766" indent="0">
              <a:buNone/>
              <a:defRPr sz="1155"/>
            </a:lvl5pPr>
            <a:lvl6pPr marL="1319708" indent="0">
              <a:buNone/>
              <a:defRPr sz="1155"/>
            </a:lvl6pPr>
            <a:lvl7pPr marL="1583649" indent="0">
              <a:buNone/>
              <a:defRPr sz="1155"/>
            </a:lvl7pPr>
            <a:lvl8pPr marL="1847591" indent="0">
              <a:buNone/>
              <a:defRPr sz="1155"/>
            </a:lvl8pPr>
            <a:lvl9pPr marL="2111532" indent="0">
              <a:buNone/>
              <a:defRPr sz="115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1" y="1187768"/>
            <a:ext cx="2321966" cy="2200486"/>
          </a:xfrm>
        </p:spPr>
        <p:txBody>
          <a:bodyPr/>
          <a:lstStyle>
            <a:lvl1pPr marL="0" indent="0">
              <a:buNone/>
              <a:defRPr sz="924"/>
            </a:lvl1pPr>
            <a:lvl2pPr marL="263942" indent="0">
              <a:buNone/>
              <a:defRPr sz="808"/>
            </a:lvl2pPr>
            <a:lvl3pPr marL="527883" indent="0">
              <a:buNone/>
              <a:defRPr sz="693"/>
            </a:lvl3pPr>
            <a:lvl4pPr marL="791825" indent="0">
              <a:buNone/>
              <a:defRPr sz="577"/>
            </a:lvl4pPr>
            <a:lvl5pPr marL="1055766" indent="0">
              <a:buNone/>
              <a:defRPr sz="577"/>
            </a:lvl5pPr>
            <a:lvl6pPr marL="1319708" indent="0">
              <a:buNone/>
              <a:defRPr sz="577"/>
            </a:lvl6pPr>
            <a:lvl7pPr marL="1583649" indent="0">
              <a:buNone/>
              <a:defRPr sz="577"/>
            </a:lvl7pPr>
            <a:lvl8pPr marL="1847591" indent="0">
              <a:buNone/>
              <a:defRPr sz="577"/>
            </a:lvl8pPr>
            <a:lvl9pPr marL="2111532" indent="0">
              <a:buNone/>
              <a:defRPr sz="5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4DDC4-F253-437D-8628-AF0896BE6F4E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4B7C-D789-432F-9124-299EA084F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1980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4DDC4-F253-437D-8628-AF0896BE6F4E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4B7C-D789-432F-9124-299EA084F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30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8" y="210792"/>
            <a:ext cx="1552352" cy="33552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210792"/>
            <a:ext cx="4567064" cy="33552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4DDC4-F253-437D-8628-AF0896BE6F4E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34B7C-D789-432F-9124-299EA084F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475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210792"/>
            <a:ext cx="6209407" cy="76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053960"/>
            <a:ext cx="6209407" cy="25120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3669615"/>
            <a:ext cx="1619845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4DDC4-F253-437D-8628-AF0896BE6F4E}" type="datetimeFigureOut">
              <a:rPr lang="en-GB" smtClean="0"/>
              <a:t>30/09/2025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3669615"/>
            <a:ext cx="2429768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3669615"/>
            <a:ext cx="1619845" cy="210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34B7C-D789-432F-9124-299EA084F4C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3844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527883" rtl="0" eaLnBrk="1" latinLnBrk="0" hangingPunct="1">
        <a:lnSpc>
          <a:spcPct val="90000"/>
        </a:lnSpc>
        <a:spcBef>
          <a:spcPct val="0"/>
        </a:spcBef>
        <a:buNone/>
        <a:defRPr sz="25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1971" indent="-131971" algn="l" defTabSz="527883" rtl="0" eaLnBrk="1" latinLnBrk="0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1616" kern="1200">
          <a:solidFill>
            <a:schemeClr val="tx1"/>
          </a:solidFill>
          <a:latin typeface="+mn-lt"/>
          <a:ea typeface="+mn-ea"/>
          <a:cs typeface="+mn-cs"/>
        </a:defRPr>
      </a:lvl1pPr>
      <a:lvl2pPr marL="39591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386" kern="1200">
          <a:solidFill>
            <a:schemeClr val="tx1"/>
          </a:solidFill>
          <a:latin typeface="+mn-lt"/>
          <a:ea typeface="+mn-ea"/>
          <a:cs typeface="+mn-cs"/>
        </a:defRPr>
      </a:lvl2pPr>
      <a:lvl3pPr marL="659854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3pPr>
      <a:lvl4pPr marL="923795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187737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451679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715620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979562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243503" indent="-131971" algn="l" defTabSz="527883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1pPr>
      <a:lvl2pPr marL="26394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2pPr>
      <a:lvl3pPr marL="527883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3pPr>
      <a:lvl4pPr marL="791825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4pPr>
      <a:lvl5pPr marL="1055766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5pPr>
      <a:lvl6pPr marL="1319708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6pPr>
      <a:lvl7pPr marL="1583649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7pPr>
      <a:lvl8pPr marL="1847591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8pPr>
      <a:lvl9pPr marL="2111532" algn="l" defTabSz="527883" rtl="0" eaLnBrk="1" latinLnBrk="0" hangingPunct="1">
        <a:defRPr sz="10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84B312DF-02BD-4D79-9E6F-B6358EB15474}"/>
              </a:ext>
            </a:extLst>
          </p:cNvPr>
          <p:cNvSpPr/>
          <p:nvPr/>
        </p:nvSpPr>
        <p:spPr>
          <a:xfrm>
            <a:off x="307685" y="792884"/>
            <a:ext cx="2100055" cy="99804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GB" sz="1350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A600294C-2ADB-4238-9F2A-357D0C002E2D}"/>
              </a:ext>
            </a:extLst>
          </p:cNvPr>
          <p:cNvSpPr/>
          <p:nvPr/>
        </p:nvSpPr>
        <p:spPr>
          <a:xfrm>
            <a:off x="730817" y="1113053"/>
            <a:ext cx="522143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dirty="0"/>
              <a:t>PAM</a:t>
            </a:r>
          </a:p>
        </p:txBody>
      </p:sp>
      <p:pic>
        <p:nvPicPr>
          <p:cNvPr id="169" name="Graphic 168" descr="User with solid fill">
            <a:extLst>
              <a:ext uri="{FF2B5EF4-FFF2-40B4-BE49-F238E27FC236}">
                <a16:creationId xmlns:a16="http://schemas.microsoft.com/office/drawing/2014/main" id="{6A6147A8-AEEB-4A3C-AD01-1E06F98B72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3605" y="1925796"/>
            <a:ext cx="685800" cy="685800"/>
          </a:xfrm>
          <a:prstGeom prst="rect">
            <a:avLst/>
          </a:prstGeom>
        </p:spPr>
      </p:pic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D2A23878-CE4B-4122-BE24-95EAF52E569E}"/>
              </a:ext>
            </a:extLst>
          </p:cNvPr>
          <p:cNvCxnSpPr>
            <a:cxnSpLocks/>
          </p:cNvCxnSpPr>
          <p:nvPr/>
        </p:nvCxnSpPr>
        <p:spPr>
          <a:xfrm>
            <a:off x="991888" y="1386423"/>
            <a:ext cx="98744" cy="869187"/>
          </a:xfrm>
          <a:prstGeom prst="straightConnector1">
            <a:avLst/>
          </a:prstGeom>
          <a:ln w="2540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E4C92B9-F5E3-4DF3-AF6F-135088F0926A}"/>
              </a:ext>
            </a:extLst>
          </p:cNvPr>
          <p:cNvSpPr/>
          <p:nvPr/>
        </p:nvSpPr>
        <p:spPr>
          <a:xfrm>
            <a:off x="1459453" y="1109424"/>
            <a:ext cx="522143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dirty="0"/>
              <a:t>TCF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7063F39-013F-4A32-97FE-2B6EA89BBA24}"/>
              </a:ext>
            </a:extLst>
          </p:cNvPr>
          <p:cNvCxnSpPr>
            <a:stCxn id="181" idx="3"/>
            <a:endCxn id="23" idx="1"/>
          </p:cNvCxnSpPr>
          <p:nvPr/>
        </p:nvCxnSpPr>
        <p:spPr>
          <a:xfrm flipV="1">
            <a:off x="1252960" y="1247924"/>
            <a:ext cx="206493" cy="3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rc 2">
            <a:extLst>
              <a:ext uri="{FF2B5EF4-FFF2-40B4-BE49-F238E27FC236}">
                <a16:creationId xmlns:a16="http://schemas.microsoft.com/office/drawing/2014/main" id="{349245E9-941E-9CAC-724B-4E4FB6D5AF95}"/>
              </a:ext>
            </a:extLst>
          </p:cNvPr>
          <p:cNvSpPr/>
          <p:nvPr/>
        </p:nvSpPr>
        <p:spPr>
          <a:xfrm rot="10800000" flipH="1">
            <a:off x="991889" y="936879"/>
            <a:ext cx="720692" cy="307135"/>
          </a:xfrm>
          <a:prstGeom prst="arc">
            <a:avLst>
              <a:gd name="adj1" fmla="val 21506428"/>
              <a:gd name="adj2" fmla="val 10933857"/>
            </a:avLst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Flowchart: Magnetic Disk 5">
            <a:extLst>
              <a:ext uri="{FF2B5EF4-FFF2-40B4-BE49-F238E27FC236}">
                <a16:creationId xmlns:a16="http://schemas.microsoft.com/office/drawing/2014/main" id="{A7C77931-995A-5A7A-7786-AB3D36872E85}"/>
              </a:ext>
            </a:extLst>
          </p:cNvPr>
          <p:cNvSpPr/>
          <p:nvPr/>
        </p:nvSpPr>
        <p:spPr>
          <a:xfrm>
            <a:off x="910060" y="2469041"/>
            <a:ext cx="685800" cy="428625"/>
          </a:xfrm>
          <a:prstGeom prst="flowChartMagneticDisk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15C469-5846-991F-6FB9-CEA3AA1D00D1}"/>
              </a:ext>
            </a:extLst>
          </p:cNvPr>
          <p:cNvSpPr txBox="1"/>
          <p:nvPr/>
        </p:nvSpPr>
        <p:spPr>
          <a:xfrm>
            <a:off x="991888" y="1794798"/>
            <a:ext cx="159099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K" sz="1100" dirty="0"/>
              <a:t>Breakglass storage</a:t>
            </a:r>
            <a:br>
              <a:rPr lang="en-DK" sz="1100" dirty="0"/>
            </a:br>
            <a:r>
              <a:rPr lang="en-DK" sz="1100" dirty="0"/>
              <a:t>and/or </a:t>
            </a:r>
            <a:br>
              <a:rPr lang="en-DK" sz="1100" dirty="0"/>
            </a:br>
            <a:r>
              <a:rPr lang="en-DK" sz="1100" dirty="0"/>
              <a:t>view password</a:t>
            </a:r>
            <a:endParaRPr lang="da-DK" sz="1100" dirty="0"/>
          </a:p>
        </p:txBody>
      </p:sp>
    </p:spTree>
    <p:extLst>
      <p:ext uri="{BB962C8B-B14F-4D97-AF65-F5344CB8AC3E}">
        <p14:creationId xmlns:p14="http://schemas.microsoft.com/office/powerpoint/2010/main" val="1308136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AE881-4D9A-0EEB-6FC3-E1F7DBCDE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63">
            <a:extLst>
              <a:ext uri="{FF2B5EF4-FFF2-40B4-BE49-F238E27FC236}">
                <a16:creationId xmlns:a16="http://schemas.microsoft.com/office/drawing/2014/main" id="{4F771D67-39C7-384E-4515-B2A97EFD41B6}"/>
              </a:ext>
            </a:extLst>
          </p:cNvPr>
          <p:cNvSpPr/>
          <p:nvPr/>
        </p:nvSpPr>
        <p:spPr>
          <a:xfrm flipH="1">
            <a:off x="3501426" y="462914"/>
            <a:ext cx="58081" cy="2633211"/>
          </a:xfrm>
          <a:prstGeom prst="rect">
            <a:avLst/>
          </a:prstGeom>
          <a:pattFill prst="wdUpDiag">
            <a:fgClr>
              <a:srgbClr val="00B05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3A48301A-5032-C39F-594E-23E4AE92B56D}"/>
              </a:ext>
            </a:extLst>
          </p:cNvPr>
          <p:cNvSpPr txBox="1"/>
          <p:nvPr/>
        </p:nvSpPr>
        <p:spPr>
          <a:xfrm>
            <a:off x="307685" y="266843"/>
            <a:ext cx="1659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PAM-1 environment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B8594DD0-DA57-5323-6143-35F07D744B50}"/>
              </a:ext>
            </a:extLst>
          </p:cNvPr>
          <p:cNvSpPr txBox="1"/>
          <p:nvPr/>
        </p:nvSpPr>
        <p:spPr>
          <a:xfrm>
            <a:off x="5231679" y="266843"/>
            <a:ext cx="1659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PAM-2 environment</a:t>
            </a:r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7BCA678E-5960-3BA5-505A-D71C4485704D}"/>
              </a:ext>
            </a:extLst>
          </p:cNvPr>
          <p:cNvSpPr/>
          <p:nvPr/>
        </p:nvSpPr>
        <p:spPr>
          <a:xfrm>
            <a:off x="307685" y="792884"/>
            <a:ext cx="2100055" cy="99804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GB" sz="1350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86064D28-11E0-9036-F461-441389869F05}"/>
              </a:ext>
            </a:extLst>
          </p:cNvPr>
          <p:cNvSpPr/>
          <p:nvPr/>
        </p:nvSpPr>
        <p:spPr>
          <a:xfrm>
            <a:off x="730817" y="1113053"/>
            <a:ext cx="522143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dirty="0"/>
              <a:t>PAM</a:t>
            </a:r>
          </a:p>
        </p:txBody>
      </p:sp>
      <p:sp>
        <p:nvSpPr>
          <p:cNvPr id="176" name="Rectangle: Rounded Corners 175">
            <a:extLst>
              <a:ext uri="{FF2B5EF4-FFF2-40B4-BE49-F238E27FC236}">
                <a16:creationId xmlns:a16="http://schemas.microsoft.com/office/drawing/2014/main" id="{DBF4ABD3-C9DB-772D-F1FD-1FBAB215C753}"/>
              </a:ext>
            </a:extLst>
          </p:cNvPr>
          <p:cNvSpPr/>
          <p:nvPr/>
        </p:nvSpPr>
        <p:spPr>
          <a:xfrm>
            <a:off x="5177992" y="792883"/>
            <a:ext cx="1659947" cy="118846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GB" sz="1350" dirty="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1BDC2F2-0498-4C13-BE05-FBBE4BFC242C}"/>
              </a:ext>
            </a:extLst>
          </p:cNvPr>
          <p:cNvSpPr/>
          <p:nvPr/>
        </p:nvSpPr>
        <p:spPr>
          <a:xfrm>
            <a:off x="5742782" y="1113053"/>
            <a:ext cx="522143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dirty="0"/>
              <a:t>PAM</a:t>
            </a:r>
          </a:p>
        </p:txBody>
      </p:sp>
      <p:pic>
        <p:nvPicPr>
          <p:cNvPr id="169" name="Graphic 168" descr="User with solid fill">
            <a:extLst>
              <a:ext uri="{FF2B5EF4-FFF2-40B4-BE49-F238E27FC236}">
                <a16:creationId xmlns:a16="http://schemas.microsoft.com/office/drawing/2014/main" id="{56EB1DE4-A0AA-3176-9E63-184648C27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580" y="2511280"/>
            <a:ext cx="685800" cy="685800"/>
          </a:xfrm>
          <a:prstGeom prst="rect">
            <a:avLst/>
          </a:prstGeom>
        </p:spPr>
      </p:pic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77677D4B-F680-92EA-0A36-67C033FAF8E9}"/>
              </a:ext>
            </a:extLst>
          </p:cNvPr>
          <p:cNvCxnSpPr>
            <a:cxnSpLocks/>
            <a:stCxn id="181" idx="2"/>
            <a:endCxn id="169" idx="1"/>
          </p:cNvCxnSpPr>
          <p:nvPr/>
        </p:nvCxnSpPr>
        <p:spPr>
          <a:xfrm>
            <a:off x="991889" y="1390052"/>
            <a:ext cx="3778691" cy="1464128"/>
          </a:xfrm>
          <a:prstGeom prst="straightConnector1">
            <a:avLst/>
          </a:prstGeom>
          <a:ln w="2540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2C5CAFC4-2DC9-02A8-0D95-97584819C344}"/>
              </a:ext>
            </a:extLst>
          </p:cNvPr>
          <p:cNvCxnSpPr>
            <a:cxnSpLocks/>
            <a:endCxn id="177" idx="2"/>
          </p:cNvCxnSpPr>
          <p:nvPr/>
        </p:nvCxnSpPr>
        <p:spPr>
          <a:xfrm flipV="1">
            <a:off x="5292723" y="1390052"/>
            <a:ext cx="711131" cy="1179121"/>
          </a:xfrm>
          <a:prstGeom prst="straightConnector1">
            <a:avLst/>
          </a:prstGeom>
          <a:ln w="2540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E3658328-E007-5D13-C6B8-FAE19D1986DA}"/>
              </a:ext>
            </a:extLst>
          </p:cNvPr>
          <p:cNvSpPr txBox="1"/>
          <p:nvPr/>
        </p:nvSpPr>
        <p:spPr>
          <a:xfrm rot="1242036">
            <a:off x="2556728" y="2260760"/>
            <a:ext cx="1133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Get login password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8D00319-6FDE-57A5-36EB-DCE83CB7B5B7}"/>
              </a:ext>
            </a:extLst>
          </p:cNvPr>
          <p:cNvSpPr txBox="1"/>
          <p:nvPr/>
        </p:nvSpPr>
        <p:spPr>
          <a:xfrm rot="18072959">
            <a:off x="5292396" y="2184962"/>
            <a:ext cx="642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Login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698952D2-205F-DAF9-BF5C-F81860432FAB}"/>
              </a:ext>
            </a:extLst>
          </p:cNvPr>
          <p:cNvCxnSpPr>
            <a:cxnSpLocks/>
            <a:stCxn id="23" idx="3"/>
            <a:endCxn id="177" idx="1"/>
          </p:cNvCxnSpPr>
          <p:nvPr/>
        </p:nvCxnSpPr>
        <p:spPr>
          <a:xfrm>
            <a:off x="1981596" y="1247924"/>
            <a:ext cx="3761186" cy="3629"/>
          </a:xfrm>
          <a:prstGeom prst="straightConnector1">
            <a:avLst/>
          </a:prstGeom>
          <a:ln w="2540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C49F6B0D-76D7-D7B7-BEBA-7347BADCEAD6}"/>
              </a:ext>
            </a:extLst>
          </p:cNvPr>
          <p:cNvSpPr txBox="1"/>
          <p:nvPr/>
        </p:nvSpPr>
        <p:spPr>
          <a:xfrm>
            <a:off x="3569924" y="824369"/>
            <a:ext cx="12150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Manage user’s login password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FC1A71-D2AD-A89E-F92C-70B6BB91030E}"/>
              </a:ext>
            </a:extLst>
          </p:cNvPr>
          <p:cNvSpPr/>
          <p:nvPr/>
        </p:nvSpPr>
        <p:spPr>
          <a:xfrm>
            <a:off x="1459453" y="1109424"/>
            <a:ext cx="522143" cy="276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50" dirty="0"/>
              <a:t>TCF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A77A63C-A80D-9AD7-B6CE-9E584137CB0D}"/>
              </a:ext>
            </a:extLst>
          </p:cNvPr>
          <p:cNvCxnSpPr>
            <a:stCxn id="181" idx="3"/>
            <a:endCxn id="23" idx="1"/>
          </p:cNvCxnSpPr>
          <p:nvPr/>
        </p:nvCxnSpPr>
        <p:spPr>
          <a:xfrm flipV="1">
            <a:off x="1252960" y="1247924"/>
            <a:ext cx="206493" cy="3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5401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26</Words>
  <Application>Microsoft Office PowerPoint</Application>
  <PresentationFormat>Custom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Claus Rasmussen</dc:creator>
  <cp:lastModifiedBy>Claus Rasmussen</cp:lastModifiedBy>
  <cp:revision>7</cp:revision>
  <dcterms:created xsi:type="dcterms:W3CDTF">2022-10-25T14:23:55Z</dcterms:created>
  <dcterms:modified xsi:type="dcterms:W3CDTF">2025-09-30T16:32:56Z</dcterms:modified>
</cp:coreProperties>
</file>